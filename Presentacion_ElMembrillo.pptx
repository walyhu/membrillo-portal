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JALEAS ARTESANALES S.A.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Continuidad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— El Membrillo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097280" cy="45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ventas en línea — del cierre pandémico a la reactivación digital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5285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Directiva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Lic. Lorena Guzmán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5285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Sistemas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golpe de la pandemia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6868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en ventas durante los primeros 3 meses de pandemia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1874520"/>
            <a:ext cx="365760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48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11" name="Text 7"/>
          <p:cNvSpPr/>
          <p:nvPr/>
        </p:nvSpPr>
        <p:spPr>
          <a:xfrm>
            <a:off x="470916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digital al inicio de la crisis sanitaria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1874520"/>
            <a:ext cx="365760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48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0" dirty="0"/>
          </a:p>
        </p:txBody>
      </p:sp>
      <p:sp>
        <p:nvSpPr>
          <p:cNvPr id="15" name="Text 10"/>
          <p:cNvSpPr/>
          <p:nvPr/>
        </p:nvSpPr>
        <p:spPr>
          <a:xfrm>
            <a:off x="854964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 aisladas por restricciones de movilidad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5349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vendedores no pueden visitar clientes. Los clientes no pueden movilizarse entre departamentos. El canal directo, durante 40 años nuestra fortaleza, hoy es el cuello de botella.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la Lic. Guzmán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691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1691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meses está totalmente fuera de la realidad de la empresa. Necesito una alternativa alcanzable, ya.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30175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Lic. Lorena Guzmán, Junta Directiva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debía cumplir 5 restricciones definidas y entrar en operación en cuestión de días.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programar desde cero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vibe-coding, low-code o plataformas establecidas.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88920" y="42062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92608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el módulo de ventas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608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Tipos, productos, clientes y facturación.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29200" y="42062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16636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6636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debe interactuar con el modelo y reflejar existencias al instante.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69480" y="42062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740664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11 abril 2026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0664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extensiones. Cronograma estricto.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509760" y="42062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469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64692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+ propuesta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64692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ante la junta directiva (8 puntos de zona).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portal real, en días, con costo cercano a cero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 portal con catálogo, carrito, facturación y stock en tiempo real, sobre una plataforma propia que respeta las cinco restricciones del caso.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748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301752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31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precios y existencias siempre visibles para el cliente.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9748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6260" y="301752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931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y Factura PDF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4617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simple y comprobante descargable al instante.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69748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00900" y="301752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931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vivo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4617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sucursales sincronizadas y reflejadas en tiempo real.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2560" y="2743200"/>
            <a:ext cx="269748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35540" y="301752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931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escalar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35440" y="46177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paquete corre en cualquier hosting profesional.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simple, robusta y portable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00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Web/Móvil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carrito en navegador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40480" y="3314700"/>
            <a:ext cx="475488" cy="45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5400000">
            <a:off x="4279392" y="3218688"/>
            <a:ext cx="228600" cy="237744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0" y="2377440"/>
            <a:ext cx="3200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606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FastAPI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9496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lógica y plantillas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680960" y="3314700"/>
            <a:ext cx="475488" cy="45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rot="5400000">
            <a:off x="8119872" y="3218688"/>
            <a:ext cx="228600" cy="237744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321040" y="2377440"/>
            <a:ext cx="3200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6060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3544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23544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ventas (7 tablas)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480560" y="4572000"/>
            <a:ext cx="320040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8006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de stock en vivo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349240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Events: el inventario se actualiza sin recargar.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057900" y="4297680"/>
            <a:ext cx="45720" cy="2286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rot="10800000">
            <a:off x="5961888" y="4498848"/>
            <a:ext cx="237744" cy="146304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infraestructura levanta con un solo comando (Docker). El mismo paquete corre en la laptop del piloto y en producción real, sin reescribir.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&amp; JUSTIFICACIÓN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stack — visión ejecutiva (1/2)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64008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ejecutiva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del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 concepto a producción en días. Framework consolidado, miles de empresas lo usan; documentación automática para auditoría.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de industria, gratuito, portable a cualquier hosting sin reescribir si las ventas en línea crecen.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Empaquetado y despliegue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instrucción levanta todo el sistema. Reduce riesgos en demo y migración a casi cero.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 (ORM)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Aísla la lógica del motor de base de datos. Cambiar mañana de proveedor no implica reescribir el código.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 + 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profesional y responsivo desde el día uno. Sin diseñador dedicado ni costos de licencias.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decisiones que reducen tiempo, costo y riesgo desde la primera semana.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&amp; JUSTIFICACIÓN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stack — visión ejecutiva (2/2)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6400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ejecutiva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Server-Sent Events (SSE)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en tiempo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 la restricción crítica del caso. Operación más simple y barata que las alternativas, sin servidores adicionales.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 en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Comprobante profesional al cierre de cada compra, sin servicios externos ni costos por documento generado.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ngrok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público inmediato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desde cualquier red sin contratar hosting. Costo cero durante la fase piloto.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Vibe-coding asistido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 la restricción "no desde cero". Construcción guiada por IA sobre frameworks maduros: pasamos de 6 meses a días.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Shopify, Wix o WooCommerce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57424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válidos para catálogos genéricos, pero el caso exige modelo de datos propio (restricción 2) y stock en vivo entre las 6 sucursales (restricción 3). Estas plataformas no resuelven eso sin planes superiores y plugins. Nuestra solución da control total y costo cero.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del módulo de ventas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tablas que cumplen y extienden la restricción 2 del caso. Toda la operación del portal se origina y termina en este modelo.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2316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tipo_producto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Categorías: jalea, mermelada, conserva, almíbar.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42316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42316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971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 precio unitario y existencias base.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2316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42316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sucursal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sucursales del caso.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242316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42316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stock_sucursal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35440" y="2971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Existencias por producto y sucursal (matriz 7×6).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97764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397764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4526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comprador para emitir factura.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97764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97764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526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 de cada venta (fecha, total, sucursal).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3977640"/>
            <a:ext cx="274320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3977640"/>
            <a:ext cx="73152" cy="1417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detalle_factura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26680" y="4526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Líneas: productos y cantidades por factura.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única de verdad: catálogo, inventario y facturación viven en el mismo esquema.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verán hoy en pantalla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 stock visible y filtros por tipo y sucursal.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0312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producto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en cada una de las 6 sucursales.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2044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474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886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sucursal y resumen del pedido.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52044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3474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PDF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3886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y descarga inmediata del comprobante.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4892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5303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inventario en tiempo real.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663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93776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4892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ventas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5303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baja en pantalla, en vivo, sin recargar.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6 es el factor diferenciador: demuestra el cumplimiento de la restricción de stock en tiempo real.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· COSTO ·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Comparación: propuesta original vs. solución entregada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 entregada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implementación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infraestructura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dedicado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 durante el piloto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(equipo dedicado)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(un archivo de configuración)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retraso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Bajo: componentes maduros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a producción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Reescritura 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paquete, cualquier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meta. Una fracción del tiempo. Una fracción del costo.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Membrillo  ·  Jaleas Artesanales S.A.  ·  Plan de Continuidad Digital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hacia la operación digital plena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103120" cy="2377440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en línea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Recurrente, NeoNet o Stripe.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35808" y="2194560"/>
            <a:ext cx="2103120" cy="2377440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18688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propio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18688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elmembrillo.com.gt y certificado SSL.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48656" y="2194560"/>
            <a:ext cx="2103120" cy="2377440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31536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fidelidad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31536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recurrentes y promociones segmentadas.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61504" y="2194560"/>
            <a:ext cx="2103120" cy="2377440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44384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44384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KPIs para la junta directiva.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74352" y="2194560"/>
            <a:ext cx="2103120" cy="2377440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7232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57232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extendido + campañas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57232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fotografía profesional y marketing digital.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 disciplina y herramientas correctas, una emergencia se resuelve en días, no en meses.”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respuestas.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Membrillo — Plan de Continuidad Digital</dc:title>
  <dc:subject>PptxGenJS Presentation</dc:subject>
  <dc:creator>Gerencia de Sistemas</dc:creator>
  <cp:lastModifiedBy>Gerencia de Sistemas</cp:lastModifiedBy>
  <cp:revision>1</cp:revision>
  <dcterms:created xsi:type="dcterms:W3CDTF">2026-05-02T04:31:52Z</dcterms:created>
  <dcterms:modified xsi:type="dcterms:W3CDTF">2026-05-02T04:31:52Z</dcterms:modified>
</cp:coreProperties>
</file>